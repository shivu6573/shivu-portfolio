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12191695" cy="9144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2191695" cy="54864"/>
          </a:xfrm>
          <a:prstGeom prst="rect">
            <a:avLst/>
          </a:prstGeom>
          <a:solidFill>
            <a:srgbClr val="DA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A5DCDC"/>
                </a:solidFill>
                <a:latin typeface="Aptos"/>
              </a:defRPr>
            </a:pPr>
            <a:r>
              <a:t>HIRING PROJECT •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Parent–Learning Support Assistant</a:t>
            </a:r>
            <a:br/>
            <a:r>
              <a:t>Booking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987552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800" b="0">
                <a:solidFill>
                  <a:srgbClr val="D8E5F2"/>
                </a:solidFill>
                <a:latin typeface="Aptos"/>
              </a:defRPr>
            </a:pPr>
            <a:r>
              <a:t>Requirement Analysis • Manual Test Design • Defect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069080"/>
            <a:ext cx="6766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4069080"/>
            <a:ext cx="82296" cy="1417320"/>
          </a:xfrm>
          <a:prstGeom prst="rect">
            <a:avLst/>
          </a:prstGeom>
          <a:solidFill>
            <a:srgbClr val="1B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178808"/>
            <a:ext cx="644652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CANDIDATE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572000"/>
            <a:ext cx="6419088" cy="81381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2A3441"/>
                </a:solidFill>
                <a:latin typeface="Aptos"/>
              </a:defRPr>
            </a:pPr>
            <a:r>
              <a:t>Full Name: Shiva Kumara S N</a:t>
            </a:r>
            <a:br/>
            <a:r>
              <a:t>Email: shivushivakumarsn064@gmail.com</a:t>
            </a:r>
            <a:br/>
            <a:r>
              <a:t>Role: Junior Quality Assurance Analyst 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9893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5D2E0"/>
                </a:solidFill>
                <a:latin typeface="Aptos"/>
              </a:defRPr>
            </a:pPr>
            <a:r>
              <a:t>Prepared as a requirement-analysis and testing simulation; no live application was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263640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C5D2E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Objective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82296" cy="1965960"/>
          </a:xfrm>
          <a:prstGeom prst="rect">
            <a:avLst/>
          </a:prstGeom>
          <a:solidFill>
            <a:srgbClr val="1B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6128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3172968" cy="136245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2A3441"/>
                </a:solidFill>
                <a:latin typeface="Aptos"/>
              </a:defRPr>
            </a:pPr>
            <a:r>
              <a:t>Review the supplied Business Requirement Document, identify ambiguous or contradictory rules, and translate them into testable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82296" cy="196596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16128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3172968" cy="136245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2A3441"/>
                </a:solidFill>
                <a:latin typeface="Aptos"/>
              </a:defRPr>
            </a:pPr>
            <a:r>
              <a:t>Parent search for Learning Support Assistants using verification status, weekly schedule, Emirate location, specialization, and hourly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051560"/>
            <a:ext cx="82296" cy="1965960"/>
          </a:xfrm>
          <a:prstGeom prst="rect">
            <a:avLst/>
          </a:prstGeom>
          <a:solidFill>
            <a:srgbClr val="DA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16128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554480"/>
            <a:ext cx="3172968" cy="136245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2A3441"/>
                </a:solidFill>
                <a:latin typeface="Aptos"/>
              </a:defRPr>
            </a:pPr>
            <a:r>
              <a:t>Three requirement findings, five manual test cases, two simulated defect reports, and binary pass/fail rules.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000" b="1">
                <a:solidFill>
                  <a:srgbClr val="182B49"/>
                </a:solidFill>
                <a:latin typeface="Aptos"/>
              </a:defRPr>
            </a:pPr>
            <a:r>
              <a:t>Testing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05156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No application, user interface, application programming interface, or executable test environment was supplied. Therefore, test cases are designed but not executed. Actual results remain “Not executed,” and defects are explicitly labelled simulated.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277E5B"/>
                </a:solidFill>
                <a:latin typeface="Aptos"/>
              </a:defRPr>
            </a:pPr>
            <a:r>
              <a:t>Quality principle: never report a test as passed or a defect as observed without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Requirements and Mock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987552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601200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Supplied rule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4.1.1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Parents may filter by Emirate, specialization, and hourly rate range.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4.1.2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filters: display all registered Learning Support Assistants, sorted by first name.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4.1.3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Only profiles with VERIFIED status and ACTIVE weekly schedule may appear.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4.1.4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Selecting a maximum of AED 150 returns profiles priced from AED 50 to AED 200 (as written).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4612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182B49"/>
                </a:solidFill>
                <a:latin typeface="Aptos"/>
              </a:defRPr>
            </a:pPr>
            <a:r>
              <a:t>Mock profile baseline (rates in AED per hour)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3611880"/>
          <a:ext cx="10058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508760"/>
                <a:gridCol w="1600200"/>
                <a:gridCol w="1051560"/>
                <a:gridCol w="2423160"/>
                <a:gridCol w="685800"/>
                <a:gridCol w="1463040"/>
              </a:tblGrid>
              <a:tr h="403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Identifier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name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Verification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Emirate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Specialization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Schedule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LSA_REC_001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Fatima Al-Mansoori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Dubai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Autism Spectrum Support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LSA_REC_002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Ahmed Hassan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Dubai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Dyslexia &amp; Literacy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LSA_REC_003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Sara Khan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UNVERIFIED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Abu Dhabi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Attention Deficit Hyperactivity Disorder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180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LSA_REC_004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Rahul Sharma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Sharjah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Speech &amp; Language Support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LSA_REC_005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Zainab Ali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PENDING_VERIFICATION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Dubai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Autism Spectrum Support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INACTIVE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Testing Strategy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82296" cy="1828800"/>
          </a:xfrm>
          <a:prstGeom prst="rect">
            <a:avLst/>
          </a:prstGeom>
          <a:solidFill>
            <a:srgbClr val="1B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6128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1 • 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3172968" cy="122529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2A3441"/>
                </a:solidFill>
                <a:latin typeface="Aptos"/>
              </a:defRPr>
            </a:pPr>
            <a:r>
              <a:t>Compare rules, identify contradictions and missing decisions, and record questions for the business owner.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82296" cy="182880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16128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2 • Test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3172968" cy="122529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2A3441"/>
                </a:solidFill>
                <a:latin typeface="Aptos"/>
              </a:defRPr>
            </a:pPr>
            <a:r>
              <a:t>Use equivalence partitioning for valid and invalid profile groups; use boundary value analysis around hourly-rate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051560"/>
            <a:ext cx="82296" cy="1828800"/>
          </a:xfrm>
          <a:prstGeom prst="rect">
            <a:avLst/>
          </a:prstGeom>
          <a:solidFill>
            <a:srgbClr val="DA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16128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3 • Test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554480"/>
            <a:ext cx="3172968" cy="122529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2A3441"/>
                </a:solidFill>
                <a:latin typeface="Aptos"/>
              </a:defRPr>
            </a:pPr>
            <a:r>
              <a:t>Execute only when a test environment is available. Capture actual results and evidence; do not assume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461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246120"/>
            <a:ext cx="82296" cy="18288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35584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4 • Defect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749039"/>
            <a:ext cx="3172968" cy="122529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2A3441"/>
                </a:solidFill>
                <a:latin typeface="Aptos"/>
              </a:defRPr>
            </a:pPr>
            <a:r>
              <a:t>Record reproducible steps, expected and actual behavior, severity, priority, and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461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246120"/>
            <a:ext cx="82296" cy="1828800"/>
          </a:xfrm>
          <a:prstGeom prst="rect">
            <a:avLst/>
          </a:prstGeom>
          <a:solidFill>
            <a:srgbClr val="27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35584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5 • Binary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749039"/>
            <a:ext cx="3172968" cy="122529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2A3441"/>
                </a:solidFill>
                <a:latin typeface="Aptos"/>
              </a:defRPr>
            </a:pPr>
            <a:r>
              <a:t>A profile is shown only if every mandatory eligibility and selected-filter condition evaluates to True.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246120"/>
            <a:ext cx="82296" cy="182880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355848"/>
            <a:ext cx="32004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6 • Exit criteria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749039"/>
            <a:ext cx="3172968" cy="122529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2A3441"/>
                </a:solidFill>
                <a:latin typeface="Aptos"/>
              </a:defRPr>
            </a:pPr>
            <a:r>
              <a:t>All agreed tests executed; no unresolved critical defects; deviations documented and reviewed.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182B49"/>
                </a:solidFill>
                <a:latin typeface="Aptos"/>
              </a:defRPr>
            </a:pPr>
            <a:r>
              <a:t>Methods: equivalence partitioning, boundary value analysis, positive testing, negative testing, and requirement traceability.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Requirement Finding 1 — Default Search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82296" cy="150876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161288"/>
            <a:ext cx="498348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Rule A • Requirement 4.1.2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4956048" cy="90525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0">
                <a:solidFill>
                  <a:srgbClr val="2A3441"/>
                </a:solidFill>
                <a:latin typeface="Aptos"/>
              </a:defRPr>
            </a:pPr>
            <a:r>
              <a:t>Without filters, show all registered Learning Support Assistants.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82296" cy="150876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161288"/>
            <a:ext cx="498348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Rule B • Requirement 4.1.3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956048" cy="90525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0">
                <a:solidFill>
                  <a:srgbClr val="2A3441"/>
                </a:solidFill>
                <a:latin typeface="Aptos"/>
              </a:defRPr>
            </a:pPr>
            <a:r>
              <a:t>Only verified profiles with an active weekly schedule may appear.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Logical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05156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2A3441"/>
                </a:solidFill>
                <a:latin typeface="Aptos"/>
              </a:defRPr>
            </a:pPr>
            <a:r>
              <a:t>“All registered” can be interpreted to include unverified profiles or profiles with inactive schedules, conflicting with the mandatory verification gate.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Recommended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1051560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2A3441"/>
                </a:solidFill>
                <a:latin typeface="Aptos"/>
              </a:defRPr>
            </a:pPr>
            <a:r>
              <a:t>Default search returns all profiles that satisfy BOTH conditions: verification status is VERIFIED AND weekly schedule status is ACTIVE. Sort eligible results by first name alphabetically.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1">
                <a:solidFill>
                  <a:srgbClr val="DA852D"/>
                </a:solidFill>
                <a:latin typeface="Aptos"/>
              </a:defRPr>
            </a:pPr>
            <a:r>
              <a:t>Decision required: confirm whether sorting ignores surname and how ties are handled.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Requirement Finding 2 — Hourly Rate Contradiction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82296" cy="146304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161288"/>
            <a:ext cx="4937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Selected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4910328" cy="85953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Maximum hourly rate: AED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5156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051560"/>
            <a:ext cx="82296" cy="14630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161288"/>
            <a:ext cx="49377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Supplied output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554480"/>
            <a:ext cx="4910328" cy="85953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Return profiles priced from AED 50 through AED 200.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Why this is a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2A3441"/>
                </a:solidFill>
                <a:latin typeface="Aptos"/>
              </a:defRPr>
            </a:pPr>
            <a:r>
              <a:t>The rule allows profiles above the selected maximum, including AED 180 and AED 200. This makes the filter misleading and may violate the parent's budget.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Recommended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2A3441"/>
                </a:solidFill>
                <a:latin typeface="Aptos"/>
              </a:defRPr>
            </a:pPr>
            <a:r>
              <a:t>When the parent selects a maximum of AED 150, return only otherwise-eligible profiles with a rate less than or equal to AED 150.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DA852D"/>
                </a:solidFill>
                <a:latin typeface="Aptos"/>
              </a:defRPr>
            </a:pPr>
            <a:r>
              <a:t>Business clarification: is AED 50 a fixed minimum, or can parents select both minimum and maximum rates?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Requirement Finding 3 — Combined Filter Logic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070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2A3441"/>
                </a:solidFill>
                <a:latin typeface="Aptos"/>
              </a:defRPr>
            </a:pPr>
            <a:r>
              <a:t>Requirement 4.1.1 lists three filter types but does not define how they combine.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82296" cy="155448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3081528" cy="95097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Dubai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82296" cy="1554480"/>
          </a:xfrm>
          <a:prstGeom prst="rect">
            <a:avLst/>
          </a:prstGeom>
          <a:solidFill>
            <a:srgbClr val="1B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Specialization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081528" cy="95097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0">
                <a:solidFill>
                  <a:srgbClr val="2A3441"/>
                </a:solidFill>
                <a:latin typeface="Aptos"/>
              </a:defRPr>
            </a:pPr>
            <a:r>
              <a:t>Autism Spectrum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82296" cy="1554480"/>
          </a:xfrm>
          <a:prstGeom prst="rect">
            <a:avLst/>
          </a:prstGeom>
          <a:solidFill>
            <a:srgbClr val="DA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38528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Maximum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31720"/>
            <a:ext cx="3081528" cy="95097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AED 150 per hour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Recommended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2A3441"/>
                </a:solidFill>
                <a:latin typeface="Aptos"/>
              </a:defRPr>
            </a:pPr>
            <a:r>
              <a:t>When multiple filters are selected, the profile must match every selected filter (logical AND), as well as the verification and active schedule gates.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2A3441"/>
                </a:solidFill>
                <a:latin typeface="Aptos"/>
              </a:defRPr>
            </a:pPr>
            <a:r>
              <a:t>Fatima Al-Mansoori qualifies for this example. Zainab Ali is excluded because her profile is pending verification and her schedule is inactive.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Manual Test Cases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842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417320"/>
                <a:gridCol w="1417320"/>
                <a:gridCol w="2194560"/>
                <a:gridCol w="3337560"/>
                <a:gridCol w="1051560"/>
                <a:gridCol w="1188720"/>
              </a:tblGrid>
              <a:tr h="13144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Identifier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description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Pre-conditions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steps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result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13144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TC_001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Default search and alphabetical order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Registered parent; five mock profiles loaded.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Leave all filters empty. 2. Select Search. 3. Record displayed names and order.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Only VERIFIED + ACTIVE profiles: Ahmed Hassan, Fatima Al-Mansoori, Rahul Sharma, in alphabetical first-name order.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executed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13144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TC_002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Maximum hourly-rate boundary at AED 150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Registered parent; five mock profiles loaded.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Set maximum rate to AED 150. 2. Search. 3. Inspect returned rates.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result above AED 150. Rates at AED 150 or below may qualify if all other rules match.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executed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13144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TC_003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Minimum and maximum hourly-rate boundaries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Registered parent; rate range input is available.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Set range AED 50–AED 150. 2. Search. 3. Inspect records at both boundaries and outside the range.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If boundaries are inclusive, AED 50 and AED 150 are included when other criteria pass; rates outside the range are excluded.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executed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Manual Test Cases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51560"/>
          <a:ext cx="11384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417320"/>
                <a:gridCol w="1417320"/>
                <a:gridCol w="2194560"/>
                <a:gridCol w="3337560"/>
                <a:gridCol w="1051560"/>
                <a:gridCol w="1188720"/>
              </a:tblGrid>
              <a:tr h="1005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Identifier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description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Pre-conditions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steps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result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TC_004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Exclude unverified and inactive profiles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Registered parent; five mock profiles loaded.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Leave filters empty. 2. Search. 3. Check for Sara Khan and Zainab Ali.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Sara Khan is excluded because UNVERIFIED. Zainab Ali is excluded because PENDING_VERIFICATION and INACTIVE.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executed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TC_005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Combined filters use logical AND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Registered parent; five mock profiles loaded.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Choose Dubai. 2. Choose Autism Spectrum Support. 3. Set maximum rate AED 150. 4. Search.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Fatima Al-Mansoori qualifies. Zainab Ali is excluded by eligibility gates. Other profiles fail one or more selected filters.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executed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Not Run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43484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82296" cy="1371600"/>
          </a:xfrm>
          <a:prstGeom prst="rect">
            <a:avLst/>
          </a:prstGeom>
          <a:solidFill>
            <a:srgbClr val="1B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544568"/>
            <a:ext cx="5029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Equivalence partitioning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937759"/>
            <a:ext cx="5001768" cy="7680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0">
                <a:solidFill>
                  <a:srgbClr val="2A3441"/>
                </a:solidFill>
                <a:latin typeface="Aptos"/>
              </a:defRPr>
            </a:pPr>
            <a:r>
              <a:t>Eligible group: VERIFIED and ACTIVE. Ineligible groups: UNVERIFIED, PENDING_VERIFICATION, or INACTIVE.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43484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4434840"/>
            <a:ext cx="82296" cy="1371600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4544568"/>
            <a:ext cx="5029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Boundary value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4937759"/>
            <a:ext cx="5001768" cy="7680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0">
                <a:solidFill>
                  <a:srgbClr val="2A3441"/>
                </a:solidFill>
                <a:latin typeface="Aptos"/>
              </a:defRPr>
            </a:pPr>
            <a:r>
              <a:t>Rate boundaries to examine: AED 50 minimum and AED 150 selected maximum. Also check just below/above each boundary when test data permits.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1">
                <a:solidFill>
                  <a:srgbClr val="B44141"/>
                </a:solidFill>
                <a:latin typeface="Aptos"/>
              </a:defRPr>
            </a:pPr>
            <a:r>
              <a:t>Actual results and status must be updated only after execution against an available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Simulated Defect Report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789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900" b="1">
                <a:solidFill>
                  <a:srgbClr val="182B49"/>
                </a:solidFill>
                <a:latin typeface="Aptos"/>
              </a:defRPr>
            </a:pPr>
            <a:r>
              <a:t>BUG_001 — Default search displays an unverified 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7899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778240"/>
              </a:tblGrid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Details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Pre-conditions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Sara Khan (LSA_REC_003) exists with UNVERIFIED status and ACTIVE schedule.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Steps to reproduce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Sign in as a registered parent. 2. Open profile search. 3. Leave filters empty. 4. Select Search. 5. Check whether Sara Khan appears.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Expected behavior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Sara Khan must not appear because the verification status is not VERIFIED.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Simulated actual behavior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Assume for this exercise that Sara Khan appears in results. This behavior has not been observed in a live system.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System severity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Critical if an unverified provider is exposed in violation of the mandatory verification rule.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Priority rating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High — resolve before release because it concerns a mandatory eligibility gate.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989320"/>
            <a:ext cx="106070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1">
                <a:solidFill>
                  <a:srgbClr val="B44141"/>
                </a:solidFill>
                <a:latin typeface="Aptos"/>
              </a:defRPr>
            </a:pPr>
            <a:r>
              <a:t>Status: Simulated defect; not verified against an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Simulated Defect Report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789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800" b="1">
                <a:solidFill>
                  <a:srgbClr val="182B49"/>
                </a:solidFill>
                <a:latin typeface="Aptos"/>
              </a:defRPr>
            </a:pPr>
            <a:r>
              <a:t>BUG_002 — Search returns a profile above the selected maximum rate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7899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778240"/>
              </a:tblGrid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Details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Pre-conditions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Rahul Sharma (LSA_REC_004) is VERIFIED, has an ACTIVE schedule, and charges AED 200 per hour.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Steps to reproduce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 Sign in as a registered parent. 2. Open profile search. 3. Set maximum rate to AED 150. 4. Select Search. 5. Check whether Rahul Sharma appears.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Expected behavior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Rahul Sharma must not appear because AED 200 exceeds the selected maximum of AED 150.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Simulated actual behavior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Assume for this exercise that Rahul Sharma appears despite exceeding the selected maximum. This has not been observed in a live system.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System severity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Major — the search result violates the selected price criterion.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Priority rating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High — incorrect budget filtering undermines the feature's expected behavior.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989320"/>
            <a:ext cx="106070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1">
                <a:solidFill>
                  <a:srgbClr val="B44141"/>
                </a:solidFill>
                <a:latin typeface="Aptos"/>
              </a:defRPr>
            </a:pPr>
            <a:r>
              <a:t>Status: Simulated defect; not verified against an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Binary Logic Gates and Exit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000" b="1">
                <a:solidFill>
                  <a:srgbClr val="182B49"/>
                </a:solidFill>
                <a:latin typeface="Aptos"/>
              </a:defRPr>
            </a:pPr>
            <a:r>
              <a:t>Profile display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82296" cy="1874519"/>
          </a:xfrm>
          <a:prstGeom prst="rect">
            <a:avLst/>
          </a:prstGeom>
          <a:solidFill>
            <a:srgbClr val="27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18488"/>
            <a:ext cx="5029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Mandatory eligibility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001768" cy="127101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2A3441"/>
                </a:solidFill>
                <a:latin typeface="Aptos"/>
              </a:defRPr>
            </a:pPr>
            <a:r>
              <a:t>Verification status = VERIFIED</a:t>
            </a:r>
            <a:br/>
            <a:r>
              <a:t>AND weekly schedule =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82296" cy="1874519"/>
          </a:xfrm>
          <a:prstGeom prst="rect">
            <a:avLst/>
          </a:prstGeom>
          <a:solidFill>
            <a:srgbClr val="27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18488"/>
            <a:ext cx="5029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Selected filter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5001768" cy="1271015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2A3441"/>
                </a:solidFill>
                <a:latin typeface="Aptos"/>
              </a:defRPr>
            </a:pPr>
            <a:r>
              <a:t>Location matches, when selected</a:t>
            </a:r>
            <a:br/>
            <a:r>
              <a:t>AND specialization matches, when selected</a:t>
            </a:r>
            <a:br/>
            <a:r>
              <a:t>AND hourly rate is within the clarified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2A3441"/>
                </a:solidFill>
                <a:latin typeface="Aptos"/>
              </a:defRPr>
            </a:pPr>
            <a:r>
              <a:t>Display profile = True only when all mandatory conditions and all selected filters evaluate to True. Otherwise, do not display the profile.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800" b="1">
                <a:solidFill>
                  <a:srgbClr val="182B49"/>
                </a:solidFill>
                <a:latin typeface="Aptos"/>
              </a:defRPr>
            </a:pPr>
            <a:r>
              <a:t>Key conclusions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98480" cy="1097280"/>
          </a:xfrm>
          <a:prstGeom prst="rect">
            <a:avLst/>
          </a:prstGeom>
          <a:noFill/>
        </p:spPr>
        <p:txBody>
          <a:bodyPr wrap="square" lIns="137160" rIns="73152" tIns="7315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A3441"/>
                </a:solidFill>
                <a:latin typeface="Aptos"/>
              </a:defRPr>
            </a:pPr>
            <a:r>
              <a:t>•  Clarify the default-search eligibility rule and the hourly-rate range behavior before development.</a:t>
            </a:r>
          </a:p>
          <a:p>
            <a:pPr>
              <a:spcAft>
                <a:spcPts val="300"/>
              </a:spcAft>
              <a:defRPr sz="1200">
                <a:solidFill>
                  <a:srgbClr val="2A3441"/>
                </a:solidFill>
                <a:latin typeface="Aptos"/>
              </a:defRPr>
            </a:pPr>
            <a:r>
              <a:t>•  Define how multiple selected filters combine and confirm whether rate boundaries are inclusive.</a:t>
            </a:r>
          </a:p>
          <a:p>
            <a:pPr>
              <a:spcAft>
                <a:spcPts val="300"/>
              </a:spcAft>
              <a:defRPr sz="1200">
                <a:solidFill>
                  <a:srgbClr val="2A3441"/>
                </a:solidFill>
                <a:latin typeface="Aptos"/>
              </a:defRPr>
            </a:pPr>
            <a:r>
              <a:t>•  Execute the five designed test cases only when an application is available; record evidence and actual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tIns="109728"/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Glossary, Assumptions,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D2E6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6E7B"/>
                </a:solidFill>
                <a:latin typeface="Aptos"/>
              </a:defRPr>
            </a:pPr>
            <a:r>
              <a:t>HABOTCONNECT | JUNIOR QUALITY ASSURANCE ANALYST SIMULATION                                      SHIVA KUMARA S N  •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51560"/>
          <a:ext cx="10927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01000"/>
              </a:tblGrid>
              <a:tr h="5094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 anchor="ctr">
                    <a:solidFill>
                      <a:srgbClr val="182B4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Business Requirement Document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 document describing the business needs and rules for a feature.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Boundary Value Analysis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 test design technique focused on values at and around limits.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Equivalence Partitioning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A test design technique that groups inputs expected to behave similarly.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Steps to Reproduce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The ordered actions required to reproduce a reported defect.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Severity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The impact a defect has on the system or user.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The urgency with which the defect should be addressed.</a:t>
                      </a:r>
                    </a:p>
                  </a:txBody>
                  <a:tcPr marL="64008" marR="64008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89204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892040"/>
            <a:ext cx="82296" cy="914400"/>
          </a:xfrm>
          <a:prstGeom prst="rect">
            <a:avLst/>
          </a:prstGeom>
          <a:solidFill>
            <a:srgbClr val="DA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001768"/>
            <a:ext cx="1046988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700" b="1">
                <a:solidFill>
                  <a:srgbClr val="182B49"/>
                </a:solidFill>
                <a:latin typeface="Aptos"/>
              </a:defRPr>
            </a:pPr>
            <a:r>
              <a:t>Assumptions and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394959"/>
            <a:ext cx="10442448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0">
                <a:solidFill>
                  <a:srgbClr val="2A3441"/>
                </a:solidFill>
                <a:latin typeface="Aptos"/>
              </a:defRPr>
            </a:pPr>
            <a:r>
              <a:t>The suggested rules are recommendations for clarification, not confirmed business decisions. All defects are simulated and all test cases are unexecuted because no live application was supplied.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